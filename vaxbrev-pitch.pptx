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VAXBREV.SE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Skicka påsen. Skicka jackan. Få den tillbaka perfekt vaxad.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premiumtjänst för omvaxning av Barbour &amp; vaxjackor — direkt hem i brevlådan.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Humanji —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PROBLEMET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Barbourjacka behöver vaxas men närmaste butik är 4 mil bort. Jag orkar inte.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Måste lämna i butik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 auktoriserade vaxningscenter kräver fysisk inlämning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veckors väntan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 du behöver åka dit igen för att hämta den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6517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28346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3337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Begränsad geografi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794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Butikerna finns bara i ett fåtal städer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LÖSNINGEN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 upplevelsen hemskickad.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81328" y="2029968"/>
            <a:ext cx="502920" cy="914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Beställ online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Fyll i formulär på vaxbrev.se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1737360"/>
            <a:ext cx="685800" cy="68580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96312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2029968"/>
            <a:ext cx="502920" cy="914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Påsen anländer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93392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Förbetald fraktetikett ingår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15384" y="1737360"/>
            <a:ext cx="685800" cy="68580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19472" y="2029968"/>
            <a:ext cx="502920" cy="914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12464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Skicka jackan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12464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PostNord-box nära dig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34456" y="1737360"/>
            <a:ext cx="685800" cy="68580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34456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638544" y="2029968"/>
            <a:ext cx="502920" cy="914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31536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Jackan vaxas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31536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 auktoriserat center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53528" y="1737360"/>
            <a:ext cx="685800" cy="68580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53528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150608" y="25146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Tillbaka som ny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50608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veckor, direkt till dörren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behöver aldrig lämna hemmet. Vi sköter allt.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PRISSÄTTNING &amp; AFFÄRSMODELL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Jacka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1 195 kr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frakt, påse, vaxning, retur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21945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Jackor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2 190 kr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Spara 200 kr vs. 2 separata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63640" y="1508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+295 kr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22860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Snabbare handläggning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Enhetsekonomik (per order, 1 jacka):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03320"/>
            <a:ext cx="8229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0332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Vaxning (partner, inkl. frakt till center)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37033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 kr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18204"/>
            <a:ext cx="8229600" cy="201168"/>
          </a:xfrm>
          <a:prstGeom prst="rect">
            <a:avLst/>
          </a:prstGeom>
          <a:solidFill>
            <a:srgbClr val="F0EBE0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91820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Frakt ut (påse) + Returetikett till kund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0" y="39182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~130 kr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8229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3308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 + admin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41330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 kr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7972"/>
            <a:ext cx="8229600" cy="201168"/>
          </a:xfrm>
          <a:prstGeom prst="rect">
            <a:avLst/>
          </a:prstGeom>
          <a:solidFill>
            <a:srgbClr val="E8E0D0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479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kostnad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43479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~945 kr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62856"/>
            <a:ext cx="822960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56285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Intäkt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45628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1 195 kr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77740"/>
            <a:ext cx="8229600" cy="201168"/>
          </a:xfrm>
          <a:prstGeom prst="rect">
            <a:avLst/>
          </a:prstGeom>
          <a:solidFill>
            <a:srgbClr val="C8A96E"/>
          </a:solidFill>
          <a:ln w="12700">
            <a:solidFill>
              <a:srgbClr val="E0D8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7777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Bruttomarginal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477774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kr (21%)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MARKNADS- &amp; OMVÄRLDSANALYS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3931920" cy="3566160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MARKNAD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3 500–4 000 jackor/år enbart via Care of Carl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Barbour finns i 55+ länder, Sverige är starkt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0662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Premiumkläder-segmentet växer — folk köper dyrt och vill bevara det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2369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Hållbarhetstrend: reparera &amp; underhåll &gt; kasta &amp; köp nytt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7673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aktör idag erbjuder hemtjänst i Sverige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3566160"/>
          </a:xfrm>
          <a:prstGeom prst="rect">
            <a:avLst/>
          </a:prstGeom>
          <a:solidFill>
            <a:srgbClr val="1E4A35"/>
          </a:solidFill>
          <a:ln w="12700">
            <a:solidFill>
              <a:srgbClr val="1E4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KONKURRENS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Aktör          </a:t>
            </a:r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              </a:t>
            </a:r>
            <a:pPr indent="0" marL="0">
              <a:buNone/>
            </a:pPr>
            <a:r>
              <a:rPr lang="en-US" sz="10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Bekvämlighet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Ströms Gbg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930 kr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0574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Butiksbesök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2532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 Gård Flen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253288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 kr+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69480" y="2532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Butiksbesök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008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of Carl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00837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Oklart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300837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Mail-kontakt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3438144"/>
            <a:ext cx="3931920" cy="438912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Vaxbrev.se 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48386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1 195 kr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69480" y="34838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→ tillbaka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MÅLGRUPPEN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657600" cy="374904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👤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Primär kund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Välbärgad, 35–60 år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4963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 i Stockholm, Göteborg, Malmö, Uppsala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437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Äger 1–3 vaxjackor (Barbour Beaufort, Bedale)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91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Handlar online utan att blinka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538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Bekant med CareOfCarl, Boozt, Mr Porter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Jackans värde: 3 000–6 000 kr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33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Triggas av: jackan ser sliten ut, höst/vinter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9144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Vad de vill ha: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444752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Snabb, smidig beställning utan krångel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2075688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103120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Allt löst — påse, frakt, retur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734056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09160" y="2761488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Trygghet att jackan hanteras rätt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3392424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419856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Status-uppdateringar via SMS/mail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050792"/>
            <a:ext cx="4114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4078224"/>
            <a:ext cx="3840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Premiumkänsla hela vägen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C8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TILLVÄXTPLAN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2651760" cy="356616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2651760" cy="5029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1 — Månad 1–3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Validera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Landningssida + Formspree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 orderhantering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jackor/månad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Hitta vaxningspartner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651760" cy="3566160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097280"/>
            <a:ext cx="2651760" cy="5029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2 — Månad 4–9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Automatisera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Stripe/Klarna betalning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SMS-notiser (Twilio)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Partnerportal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jackor/månad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1097280"/>
            <a:ext cx="2651760" cy="3566160"/>
          </a:xfrm>
          <a:prstGeom prst="rect">
            <a:avLst/>
          </a:prstGeom>
          <a:solidFill>
            <a:srgbClr val="3A6B4A"/>
          </a:solidFill>
          <a:ln w="12700">
            <a:solidFill>
              <a:srgbClr val="3A6B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097280"/>
            <a:ext cx="2651760" cy="5029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0972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 3 — År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1691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Skala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1722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Fjällräven, Hunter, läder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7220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B2B: jaktklubbar, ridklubbar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7220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Nordisk expansion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72200" y="37947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jackor/månad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VAXBREV.SE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2423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Nästa steg: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2880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Sätt upp DNS + vaxbrev.se domän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327355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Bygg hemsida (React/Next.js)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6667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Kontakta Barbour Katrineholm som partner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40599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Beställ 50 testpåsar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4453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Mjuklansering till 10 betatestare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914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3A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Varför nu?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83480" y="15087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Högsäsong börjar sep–okt — perfekt timing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176272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22219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 konkurrent gör detta online idag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9504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9352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Låg tech-kostnad att validera konceptet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602736"/>
            <a:ext cx="3840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36484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Rik målgrupp med hög betalningsvilja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B8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vaxbrev.se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Vaxbrev.se — Pitch Deck</dc:title>
  <dc:subject>PptxGenJS Presentation</dc:subject>
  <dc:creator>PptxGenJS</dc:creator>
  <cp:lastModifiedBy>PptxGenJS</cp:lastModifiedBy>
  <cp:revision>1</cp:revision>
  <dcterms:created xsi:type="dcterms:W3CDTF">2026-03-31T23:48:49Z</dcterms:created>
  <dcterms:modified xsi:type="dcterms:W3CDTF">2026-03-31T23:48:49Z</dcterms:modified>
</cp:coreProperties>
</file>